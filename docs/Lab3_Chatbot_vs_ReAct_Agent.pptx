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4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5436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4754880" cy="4754880"/>
          </a:xfrm>
          <a:prstGeom prst="ellipse">
            <a:avLst/>
          </a:prstGeom>
          <a:solidFill>
            <a:srgbClr val="028090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840480" cy="384048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3 · AGENTIC AI — PHASE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Chatbot vs ReAct Agent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8778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PriceCheck Agent — ước lượng giá bán lại đồ cũ tại Việt Nam, từ một lần gọi LLM đến vòng lặp Thought → Action → Observation có tool &amp; telemetry.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4297680"/>
            <a:ext cx="50292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@hanhvs · @0infinitive0 · @hope304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Môi trường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Google Colab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 nhật 2026-06-01 · production prototype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Tổng quan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49808" y="10972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so sánh LLM chatbot một lần với ReAct agent có tool và log JSON — đo lường, không chỉ "chạy được".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78308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người dùng:  </a:t>
            </a: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"Tôi có iPhone 13 128GB, pin 88%, màn ok, đủ hộp — giá thị trường bao nhiêu?"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926080"/>
            <a:ext cx="52120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926080"/>
            <a:ext cx="5212080" cy="109728"/>
          </a:xfrm>
          <a:prstGeom prst="rect">
            <a:avLst/>
          </a:prstGeom>
          <a:solidFill>
            <a:srgbClr val="64748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461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322783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baseline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005840" y="3886200"/>
            <a:ext cx="4663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lần gọi LLM, trả lời trực tiếp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Dễ "đoán" số, khó truy vết nguồn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trên câu hỏi nhiều bước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Q&amp;A đơn giản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0" y="2926080"/>
            <a:ext cx="5212080" cy="3154680"/>
          </a:xfrm>
          <a:prstGeom prst="rect">
            <a:avLst/>
          </a:prstGeom>
          <a:solidFill>
            <a:srgbClr val="0B254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2926080"/>
            <a:ext cx="5212080" cy="109728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24612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995160" y="322783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6492240" y="3886200"/>
            <a:ext cx="4663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 luận từng bước, gọi tool, đọc Observation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nguồn (catalog / web search)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JSON cho mọi action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chuỗi tra cứu có cấu trúc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Kiến trúc hệ thống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49808" y="10972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lớp tách bạch: Input → lõi LLM/agent → Tools → Observability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10698480" cy="841248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91640"/>
            <a:ext cx="91440" cy="8412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860804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19705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691640"/>
            <a:ext cx="2560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Entry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389120" y="1691640"/>
            <a:ext cx="6858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chatbot_baseline.py  ·  ReActAgent.run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31520" y="2642616"/>
            <a:ext cx="10698480" cy="841248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2642616"/>
            <a:ext cx="91440" cy="84124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Shape 9"/>
          <p:cNvSpPr/>
          <p:nvPr/>
        </p:nvSpPr>
        <p:spPr>
          <a:xfrm>
            <a:off x="1051560" y="28117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288" y="2921508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828800" y="2642616"/>
            <a:ext cx="2560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Core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389120" y="2642616"/>
            <a:ext cx="6858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get_llm_from_env() → OpenAI · Gemini · Local (Phi-3 GGUF)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731520" y="3593592"/>
            <a:ext cx="10698480" cy="841248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7" name="Shape 13"/>
          <p:cNvSpPr/>
          <p:nvPr/>
        </p:nvSpPr>
        <p:spPr>
          <a:xfrm>
            <a:off x="731520" y="3593592"/>
            <a:ext cx="91440" cy="84124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Shape 14"/>
          <p:cNvSpPr/>
          <p:nvPr/>
        </p:nvSpPr>
        <p:spPr>
          <a:xfrm>
            <a:off x="1051560" y="3762756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1288" y="3872484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28800" y="3593592"/>
            <a:ext cx="2560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389120" y="3593592"/>
            <a:ext cx="6858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action_parser (regex+ast) → _execute_tool → dispatch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731520" y="4544568"/>
            <a:ext cx="10698480" cy="841248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23" name="Shape 18"/>
          <p:cNvSpPr/>
          <p:nvPr/>
        </p:nvSpPr>
        <p:spPr>
          <a:xfrm>
            <a:off x="731520" y="4544568"/>
            <a:ext cx="91440" cy="84124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Shape 19"/>
          <p:cNvSpPr/>
          <p:nvPr/>
        </p:nvSpPr>
        <p:spPr>
          <a:xfrm>
            <a:off x="1051560" y="4713732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288" y="4823460"/>
            <a:ext cx="283464" cy="28346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828800" y="4544568"/>
            <a:ext cx="2560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389120" y="4544568"/>
            <a:ext cx="6858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product_catalog · condition_scoring · listings_mock · web_search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731520" y="5495544"/>
            <a:ext cx="10698480" cy="841248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29" name="Shape 23"/>
          <p:cNvSpPr/>
          <p:nvPr/>
        </p:nvSpPr>
        <p:spPr>
          <a:xfrm>
            <a:off x="731520" y="5495544"/>
            <a:ext cx="91440" cy="84124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0" name="Shape 24"/>
          <p:cNvSpPr/>
          <p:nvPr/>
        </p:nvSpPr>
        <p:spPr>
          <a:xfrm>
            <a:off x="1051560" y="5664708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1288" y="5774436"/>
            <a:ext cx="283464" cy="28346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828800" y="5495544"/>
            <a:ext cx="2560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389120" y="5495544"/>
            <a:ext cx="6858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telemetry/logger → logs/*.log (JSON lines) · metrics.py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Vòng lặp ReAct — các step của agent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49808" y="107899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Thought → Action → Observation</a:t>
            </a:r>
            <a:r>
              <a:rPr lang="en-US" sz="15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lặp tối đa max_steps, đến khi Final Answer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13315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219456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19842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normalize_product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44144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hóa tên SP trong catalog mock (18 SP VN)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13315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219456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69480" y="19842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search_product_online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269480" y="244144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 khớp catalog → OpenAI web search (bắt buộc)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47288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13315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5876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87552" y="385876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64845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get_reference_price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4105656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tham chiếu hàng mới (VND)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3447288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13315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385876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385876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69480" y="364845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score_condition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269480" y="4105656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tình trạng + hệ số khấu hao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5111496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13315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7552" y="5522976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55229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531266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search_comparable_listings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737360" y="5769864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tin tương đương (mock marketplace)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63640" y="5111496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02C39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552297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31" name="Text 29"/>
          <p:cNvSpPr/>
          <p:nvPr/>
        </p:nvSpPr>
        <p:spPr>
          <a:xfrm>
            <a:off x="6519672" y="55229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69480" y="531266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Answer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269480" y="5769864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giá (triệu VND) + nguồn + gợi ý đăng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Telemetry &amp; điểm then chốt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49808" y="11430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kiện log (JSON lines → logs/YYYY-MM-DD.log)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9808" y="1645920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645920"/>
            <a:ext cx="73152" cy="566928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856232"/>
            <a:ext cx="146304" cy="1463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45920"/>
            <a:ext cx="4297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AGENT_START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49808" y="2304288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" y="2304288"/>
            <a:ext cx="73152" cy="566928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514600"/>
            <a:ext cx="146304" cy="1463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0160" y="2304288"/>
            <a:ext cx="4297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AGENT_STEP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49808" y="2962656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/>
        </p:spPr>
      </p:sp>
      <p:sp>
        <p:nvSpPr>
          <p:cNvPr id="13" name="Shape 9"/>
          <p:cNvSpPr/>
          <p:nvPr/>
        </p:nvSpPr>
        <p:spPr>
          <a:xfrm>
            <a:off x="749808" y="2962656"/>
            <a:ext cx="73152" cy="566928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72968"/>
            <a:ext cx="146304" cy="1463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80160" y="2962656"/>
            <a:ext cx="4297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TOOL_CALL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49808" y="3621024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/>
        </p:spPr>
      </p:sp>
      <p:sp>
        <p:nvSpPr>
          <p:cNvPr id="17" name="Shape 12"/>
          <p:cNvSpPr/>
          <p:nvPr/>
        </p:nvSpPr>
        <p:spPr>
          <a:xfrm>
            <a:off x="749808" y="3621024"/>
            <a:ext cx="73152" cy="566928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31336"/>
            <a:ext cx="146304" cy="1463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80160" y="3621024"/>
            <a:ext cx="4297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AGENT_END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49808" y="4325112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Nguồn sự thật khi debug: parse lỗi, chọn sai tool, vượt max_steps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309360" y="1143000"/>
            <a:ext cx="5120640" cy="47548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22" name="Text 16"/>
          <p:cNvSpPr/>
          <p:nvPr/>
        </p:nvSpPr>
        <p:spPr>
          <a:xfrm>
            <a:off x="65836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</a:t>
            </a:r>
            <a:endParaRPr lang="en-US" sz="22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993392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19202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hợp Q&amp;A đơn giản; agent hợp chuỗi tra cứu có cấu trúc.</a:t>
            </a:r>
            <a:endParaRPr lang="en-US" sz="14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953512"/>
            <a:ext cx="292608" cy="29260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995160" y="288036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quyết định LLM chọn tool đúng hay không.</a:t>
            </a:r>
            <a:endParaRPr lang="en-US" sz="145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13632"/>
            <a:ext cx="292608" cy="29260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995160" y="3840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JSON &gt; đoán prompt — ưu tiên đọc trace.</a:t>
            </a:r>
            <a:endParaRPr lang="en-US" sz="145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873752"/>
            <a:ext cx="292608" cy="29260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995160" y="4800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F0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abstraction: đổi model/API không đụng logic agent.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506</Words>
  <Application>Microsoft Office PowerPoint</Application>
  <PresentationFormat>Widescreen</PresentationFormat>
  <Paragraphs>67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3 — Chatbot vs ReAct Agent</dc:title>
  <dc:subject>PptxGenJS Presentation</dc:subject>
  <dc:creator>PriceCheck Team</dc:creator>
  <cp:lastModifiedBy>DucNH56</cp:lastModifiedBy>
  <cp:revision>2</cp:revision>
  <dcterms:created xsi:type="dcterms:W3CDTF">2026-06-01T09:08:13Z</dcterms:created>
  <dcterms:modified xsi:type="dcterms:W3CDTF">2026-06-01T10:09:32Z</dcterms:modified>
</cp:coreProperties>
</file>